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30"/>
        <p:guide pos="38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" altLang="en-US" b="0"/>
              <a:t>関節が</a:t>
            </a:r>
            <a:endParaRPr lang="" altLang="en-US" b="0"/>
          </a:p>
        </p:txBody>
      </p:sp>
      <p:sp>
        <p:nvSpPr>
          <p:cNvPr id="4" name="Oval 3"/>
          <p:cNvSpPr/>
          <p:nvPr/>
        </p:nvSpPr>
        <p:spPr>
          <a:xfrm>
            <a:off x="1444625" y="1860550"/>
            <a:ext cx="546100" cy="4832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H="true">
            <a:off x="1714500" y="2343785"/>
            <a:ext cx="6350" cy="469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true">
            <a:off x="1276350" y="2794635"/>
            <a:ext cx="326390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58365" y="270891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724150" y="271907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2387600" y="2814320"/>
            <a:ext cx="336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14500" y="2908935"/>
            <a:ext cx="0" cy="1110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02740" y="271716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602740" y="401955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14" idx="3"/>
            <a:endCxn id="16" idx="7"/>
          </p:cNvCxnSpPr>
          <p:nvPr/>
        </p:nvCxnSpPr>
        <p:spPr>
          <a:xfrm flipH="true">
            <a:off x="1440180" y="4182745"/>
            <a:ext cx="196215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244600" y="433387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16" idx="4"/>
          </p:cNvCxnSpPr>
          <p:nvPr/>
        </p:nvCxnSpPr>
        <p:spPr>
          <a:xfrm flipH="true">
            <a:off x="1352550" y="4525010"/>
            <a:ext cx="6985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244600" y="565277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9" name="Straight Connector 18"/>
          <p:cNvCxnSpPr>
            <a:stCxn id="14" idx="5"/>
            <a:endCxn id="20" idx="1"/>
          </p:cNvCxnSpPr>
          <p:nvPr/>
        </p:nvCxnSpPr>
        <p:spPr>
          <a:xfrm>
            <a:off x="1798320" y="4182745"/>
            <a:ext cx="226060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990725" y="433387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1" name="Straight Connector 20"/>
          <p:cNvCxnSpPr>
            <a:stCxn id="20" idx="4"/>
            <a:endCxn id="22" idx="0"/>
          </p:cNvCxnSpPr>
          <p:nvPr/>
        </p:nvCxnSpPr>
        <p:spPr>
          <a:xfrm>
            <a:off x="2105660" y="4525010"/>
            <a:ext cx="0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990725" y="565277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705475" y="1956435"/>
            <a:ext cx="546100" cy="4832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 flipH="true">
            <a:off x="5975350" y="2439670"/>
            <a:ext cx="6350" cy="469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31" idx="2"/>
          </p:cNvCxnSpPr>
          <p:nvPr/>
        </p:nvCxnSpPr>
        <p:spPr>
          <a:xfrm flipH="true">
            <a:off x="5505450" y="2908935"/>
            <a:ext cx="3581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7" idx="5"/>
          </p:cNvCxnSpPr>
          <p:nvPr/>
        </p:nvCxnSpPr>
        <p:spPr>
          <a:xfrm>
            <a:off x="6562090" y="3168015"/>
            <a:ext cx="229235" cy="224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366510" y="300482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6734175" y="333375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6843395" y="3524885"/>
            <a:ext cx="10160" cy="367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975350" y="3004820"/>
            <a:ext cx="0" cy="1110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863590" y="281305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863590" y="411543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3" name="Straight Connector 32"/>
          <p:cNvCxnSpPr>
            <a:stCxn id="32" idx="3"/>
            <a:endCxn id="34" idx="7"/>
          </p:cNvCxnSpPr>
          <p:nvPr/>
        </p:nvCxnSpPr>
        <p:spPr>
          <a:xfrm flipH="true">
            <a:off x="5701030" y="4278630"/>
            <a:ext cx="196215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05450" y="442976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5" name="Straight Connector 34"/>
          <p:cNvCxnSpPr>
            <a:stCxn id="34" idx="4"/>
          </p:cNvCxnSpPr>
          <p:nvPr/>
        </p:nvCxnSpPr>
        <p:spPr>
          <a:xfrm flipH="true">
            <a:off x="5613400" y="4620895"/>
            <a:ext cx="6985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505450" y="574865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7" name="Straight Connector 36"/>
          <p:cNvCxnSpPr>
            <a:stCxn id="32" idx="5"/>
            <a:endCxn id="38" idx="1"/>
          </p:cNvCxnSpPr>
          <p:nvPr/>
        </p:nvCxnSpPr>
        <p:spPr>
          <a:xfrm>
            <a:off x="6059170" y="4278630"/>
            <a:ext cx="226060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251575" y="442976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6365875" y="4620895"/>
            <a:ext cx="0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251575" y="574865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 flipH="true" flipV="true">
            <a:off x="6092825" y="2910840"/>
            <a:ext cx="298450" cy="14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true">
            <a:off x="1831975" y="2804160"/>
            <a:ext cx="326390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2953385" y="2814955"/>
            <a:ext cx="336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3289935" y="271970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6733540" y="382841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8" name="Straight Connector 47"/>
          <p:cNvCxnSpPr>
            <a:endCxn id="54" idx="2"/>
          </p:cNvCxnSpPr>
          <p:nvPr/>
        </p:nvCxnSpPr>
        <p:spPr>
          <a:xfrm>
            <a:off x="2809875" y="3004820"/>
            <a:ext cx="285115" cy="52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809875" y="300482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3094990" y="3004820"/>
            <a:ext cx="324485" cy="520700"/>
          </a:xfrm>
          <a:custGeom>
            <a:avLst/>
            <a:gdLst>
              <a:gd name="connisteX0" fmla="*/ 295275 w 295275"/>
              <a:gd name="connsiteY0" fmla="*/ 0 h 514350"/>
              <a:gd name="connisteX1" fmla="*/ 247650 w 295275"/>
              <a:gd name="connsiteY1" fmla="*/ 333375 h 514350"/>
              <a:gd name="connisteX2" fmla="*/ 0 w 295275"/>
              <a:gd name="connsiteY2" fmla="*/ 514350 h 51435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95275" h="514350">
                <a:moveTo>
                  <a:pt x="295275" y="0"/>
                </a:moveTo>
                <a:cubicBezTo>
                  <a:pt x="290830" y="62865"/>
                  <a:pt x="306705" y="230505"/>
                  <a:pt x="247650" y="333375"/>
                </a:cubicBezTo>
                <a:cubicBezTo>
                  <a:pt x="188595" y="436245"/>
                  <a:pt x="48260" y="484505"/>
                  <a:pt x="0" y="5143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9" name="Picture 58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6052185" y="3381375"/>
            <a:ext cx="628650" cy="533400"/>
          </a:xfrm>
          <a:prstGeom prst="rect">
            <a:avLst/>
          </a:prstGeom>
        </p:spPr>
      </p:pic>
      <p:sp>
        <p:nvSpPr>
          <p:cNvPr id="81" name="Oval 80"/>
          <p:cNvSpPr/>
          <p:nvPr/>
        </p:nvSpPr>
        <p:spPr>
          <a:xfrm>
            <a:off x="9471025" y="1956435"/>
            <a:ext cx="546100" cy="4832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2" name="Straight Connector 81"/>
          <p:cNvCxnSpPr/>
          <p:nvPr/>
        </p:nvCxnSpPr>
        <p:spPr>
          <a:xfrm flipH="true">
            <a:off x="9740900" y="2439670"/>
            <a:ext cx="6350" cy="469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89" idx="2"/>
          </p:cNvCxnSpPr>
          <p:nvPr/>
        </p:nvCxnSpPr>
        <p:spPr>
          <a:xfrm flipH="true">
            <a:off x="9271000" y="2908935"/>
            <a:ext cx="3581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5" idx="5"/>
          </p:cNvCxnSpPr>
          <p:nvPr/>
        </p:nvCxnSpPr>
        <p:spPr>
          <a:xfrm>
            <a:off x="10327640" y="3168015"/>
            <a:ext cx="229235" cy="224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0132060" y="300482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10499725" y="333375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7" name="Straight Connector 86"/>
          <p:cNvCxnSpPr/>
          <p:nvPr/>
        </p:nvCxnSpPr>
        <p:spPr>
          <a:xfrm>
            <a:off x="10608945" y="3524885"/>
            <a:ext cx="10160" cy="367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9740900" y="3004820"/>
            <a:ext cx="0" cy="11106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9629140" y="281305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9629140" y="411543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1" name="Straight Connector 90"/>
          <p:cNvCxnSpPr>
            <a:stCxn id="90" idx="3"/>
            <a:endCxn id="92" idx="7"/>
          </p:cNvCxnSpPr>
          <p:nvPr/>
        </p:nvCxnSpPr>
        <p:spPr>
          <a:xfrm flipH="true">
            <a:off x="9466580" y="4278630"/>
            <a:ext cx="196215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9271000" y="442976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3" name="Straight Connector 92"/>
          <p:cNvCxnSpPr>
            <a:stCxn id="92" idx="4"/>
          </p:cNvCxnSpPr>
          <p:nvPr/>
        </p:nvCxnSpPr>
        <p:spPr>
          <a:xfrm flipH="true">
            <a:off x="9378950" y="4620895"/>
            <a:ext cx="6985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271000" y="574865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5" name="Straight Connector 94"/>
          <p:cNvCxnSpPr>
            <a:stCxn id="90" idx="5"/>
            <a:endCxn id="96" idx="1"/>
          </p:cNvCxnSpPr>
          <p:nvPr/>
        </p:nvCxnSpPr>
        <p:spPr>
          <a:xfrm>
            <a:off x="9824720" y="4278630"/>
            <a:ext cx="226060" cy="179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10017125" y="4429760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7" name="Straight Connector 96"/>
          <p:cNvCxnSpPr/>
          <p:nvPr/>
        </p:nvCxnSpPr>
        <p:spPr>
          <a:xfrm>
            <a:off x="10131425" y="4620895"/>
            <a:ext cx="0" cy="1127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10017125" y="574865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 flipH="true" flipV="true">
            <a:off x="9858375" y="2910840"/>
            <a:ext cx="298450" cy="14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0499090" y="3828415"/>
            <a:ext cx="229235" cy="19113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101" name="Picture 10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2040000">
            <a:off x="10341610" y="3522980"/>
            <a:ext cx="628650" cy="533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Presentation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FreeSans</vt:lpstr>
      <vt:lpstr>ＭＳ Ｐゴシック</vt:lpstr>
      <vt:lpstr>Arial Unicode MS</vt:lpstr>
      <vt:lpstr>Arial Black</vt:lpstr>
      <vt:lpstr>URW Bookman</vt:lpstr>
      <vt:lpstr>微软雅黑</vt:lpstr>
      <vt:lpstr>SimSun</vt:lpstr>
      <vt:lpstr>SimSun</vt:lpstr>
      <vt:lpstr>Migu 1C</vt:lpstr>
      <vt:lpstr>ＭＳ Ｐゴシック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elf</dc:creator>
  <cp:lastModifiedBy>elf</cp:lastModifiedBy>
  <cp:revision>7</cp:revision>
  <dcterms:created xsi:type="dcterms:W3CDTF">2021-05-19T23:09:32Z</dcterms:created>
  <dcterms:modified xsi:type="dcterms:W3CDTF">2021-05-19T23:09:32Z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1033-11.1.0.10161</vt:lpwstr>
  </property>
</Properties>
</file>