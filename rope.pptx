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9" r:id="rId5"/>
    <p:sldId id="260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1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en-US">
                <a:effectLst/>
              </a:rPr>
              <a:t>Rope Simulation in 'Uncharted 4' and 'The Last of Us 2'</a:t>
            </a:r>
            <a:endParaRPr lang="en-US">
              <a:effectLst/>
            </a:endParaRPr>
          </a:p>
        </p:txBody>
      </p:sp>
      <p:sp>
        <p:nvSpPr>
          <p:cNvPr id="4" name="Text Box 3"/>
          <p:cNvSpPr txBox="true"/>
          <p:nvPr/>
        </p:nvSpPr>
        <p:spPr>
          <a:xfrm>
            <a:off x="647700" y="1584325"/>
            <a:ext cx="1082548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u="sng"/>
              <a:t>これは何</a:t>
            </a:r>
            <a:endParaRPr lang="en-US" altLang="en-US"/>
          </a:p>
          <a:p>
            <a:r>
              <a:rPr lang="" altLang="en-US"/>
              <a:t>ノーティドッグ</a:t>
            </a:r>
            <a:r>
              <a:rPr lang="en-US" altLang="en-US"/>
              <a:t>が8年間作っているロープシミュレーションの話</a:t>
            </a:r>
            <a:endParaRPr lang="" altLang="en-US"/>
          </a:p>
          <a:p>
            <a:endParaRPr lang="" altLang="en-US"/>
          </a:p>
          <a:p>
            <a:r>
              <a:rPr lang="" altLang="en-US" u="sng"/>
              <a:t>ロープシミュレーションを改善するモチベーション</a:t>
            </a:r>
            <a:endParaRPr lang="" altLang="en-US"/>
          </a:p>
          <a:p>
            <a:r>
              <a:rPr lang="" altLang="en-US"/>
              <a:t>アンチャーテッドシリーズではロープに制限があった(長さ(最大14m)，自由端を持てない，など )</a:t>
            </a:r>
            <a:endParaRPr lang="" altLang="en-US"/>
          </a:p>
          <a:p>
            <a:r>
              <a:rPr lang="" altLang="en-US"/>
              <a:t>→ゲームシステム，レベルデザインに制限</a:t>
            </a:r>
            <a:endParaRPr lang="" altLang="en-US"/>
          </a:p>
          <a:p>
            <a:r>
              <a:rPr lang="" altLang="en-US"/>
              <a:t>ラスアス2ではロープに対する制限を緩和する要求が発生．</a:t>
            </a:r>
            <a:endParaRPr lang="" altLang="en-US"/>
          </a:p>
          <a:p>
            <a:r>
              <a:rPr lang="" altLang="en-US"/>
              <a:t>それに伴いロープのユースケースが拡大した．</a:t>
            </a:r>
            <a:endParaRPr lang="" altLang="en-US"/>
          </a:p>
          <a:p>
            <a:r>
              <a:rPr lang="" altLang="en-US"/>
              <a:t>例；遠くの枝にロープを投げて巻きつける</a:t>
            </a:r>
            <a:endParaRPr lang="" altLang="en-US"/>
          </a:p>
          <a:p>
            <a:r>
              <a:rPr lang="" altLang="en-US"/>
              <a:t>例：ロープのどの部分でも掴むことができロープをたぐり寄せることもできる．</a:t>
            </a:r>
            <a:endParaRPr lang="" altLang="en-US"/>
          </a:p>
          <a:p>
            <a:r>
              <a:rPr lang="" altLang="en-US"/>
              <a:t>例：馬の手綱やチェーンマガジンなどの装飾品もロープによるシミュレーション</a:t>
            </a:r>
            <a:endParaRPr lang="" altLang="en-US"/>
          </a:p>
          <a:p>
            <a:endParaRPr lang="" altLang="en-US"/>
          </a:p>
          <a:p>
            <a:endParaRPr lang="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en-US">
                <a:effectLst/>
              </a:rPr>
              <a:t>Rope Simulation in 'Uncharted 4' and 'The Last of Us 2'</a:t>
            </a:r>
            <a:endParaRPr lang="en-US">
              <a:effectLst/>
            </a:endParaRPr>
          </a:p>
        </p:txBody>
      </p:sp>
      <p:sp>
        <p:nvSpPr>
          <p:cNvPr id="4" name="Text Box 3"/>
          <p:cNvSpPr txBox="true"/>
          <p:nvPr/>
        </p:nvSpPr>
        <p:spPr>
          <a:xfrm>
            <a:off x="647700" y="1584325"/>
            <a:ext cx="108254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u="sng">
                <a:sym typeface="+mn-ea"/>
              </a:rPr>
              <a:t>ロープシミュレーション</a:t>
            </a:r>
            <a:endParaRPr lang="en-US" altLang="en-US">
              <a:sym typeface="+mn-ea"/>
            </a:endParaRPr>
          </a:p>
          <a:p>
            <a:r>
              <a:rPr lang="" altLang="en-US">
                <a:sym typeface="+mn-ea"/>
              </a:rPr>
              <a:t>・</a:t>
            </a:r>
            <a:r>
              <a:rPr lang="en-US" altLang="en-US">
                <a:sym typeface="+mn-ea"/>
              </a:rPr>
              <a:t>アンチャーテッドシリーズ</a:t>
            </a:r>
            <a:r>
              <a:rPr lang="" altLang="en-US">
                <a:sym typeface="+mn-ea"/>
              </a:rPr>
              <a:t>のロープシミュレーション</a:t>
            </a:r>
            <a:endParaRPr lang="en-US" altLang="en-US">
              <a:sym typeface="+mn-ea"/>
            </a:endParaRPr>
          </a:p>
          <a:p>
            <a:r>
              <a:rPr lang="" altLang="en-US">
                <a:sym typeface="+mn-ea"/>
              </a:rPr>
              <a:t>PBD(</a:t>
            </a:r>
            <a:r>
              <a:rPr lang="en-US" altLang="en-US">
                <a:sym typeface="+mn-ea"/>
              </a:rPr>
              <a:t>Position Based Dynamics</a:t>
            </a:r>
            <a:r>
              <a:rPr lang="" altLang="en-US">
                <a:sym typeface="+mn-ea"/>
              </a:rPr>
              <a:t>)</a:t>
            </a:r>
            <a:r>
              <a:rPr lang="en-US" altLang="en-US">
                <a:sym typeface="+mn-ea"/>
              </a:rPr>
              <a:t>ベース</a:t>
            </a:r>
            <a:r>
              <a:rPr lang="" altLang="en-US">
                <a:sym typeface="+mn-ea"/>
              </a:rPr>
              <a:t>(PBDベースのシミュレーションはシンプルかつ安定する．)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→しかし，そのまま使うとロープの滑りとシミュレーション後の形状が気になる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→→ロープの剛性と摩擦による影響をPBDシミュレーションに追加</a:t>
            </a:r>
            <a:endParaRPr lang="" altLang="en-US">
              <a:sym typeface="+mn-ea"/>
            </a:endParaRPr>
          </a:p>
          <a:p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・ロープシミュレーションラスアス２のロープシミュレーション</a:t>
            </a:r>
            <a:endParaRPr lang="" altLang="en-US">
              <a:sym typeface="+mn-ea"/>
            </a:endParaRPr>
          </a:p>
          <a:p>
            <a:r>
              <a:rPr lang="en-US" altLang="en-US">
                <a:sym typeface="+mn-ea"/>
              </a:rPr>
              <a:t>アンチャーテッドシリーズのロープシミュレーション</a:t>
            </a:r>
            <a:r>
              <a:rPr lang="" altLang="en-US">
                <a:sym typeface="+mn-ea"/>
              </a:rPr>
              <a:t>ベース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→片方が固定されていないロープのシミュレーションで滑り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→→ロープの摩擦拘束に張力の影響を追加</a:t>
            </a:r>
            <a:endParaRPr lang="" altLang="en-US">
              <a:sym typeface="+mn-ea"/>
            </a:endParaRPr>
          </a:p>
          <a:p>
            <a:endParaRPr lang="" altLang="en-US" u="sng">
              <a:sym typeface="+mn-ea"/>
            </a:endParaRPr>
          </a:p>
          <a:p>
            <a:r>
              <a:rPr lang="" altLang="en-US" u="sng">
                <a:sym typeface="+mn-ea"/>
              </a:rPr>
              <a:t>ロープシミュレーションの負荷対策</a:t>
            </a:r>
            <a:endParaRPr lang="" altLang="en-US" u="sng">
              <a:sym typeface="+mn-ea"/>
            </a:endParaRPr>
          </a:p>
          <a:p>
            <a:r>
              <a:rPr lang="" altLang="en-US">
                <a:sym typeface="+mn-ea"/>
              </a:rPr>
              <a:t>張力の伝搬を考慮するとO(n^2)の計算負荷(n＝ロープの分割数)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遠くのロープのシミュレーションにLoDを適用</a:t>
            </a:r>
            <a:endParaRPr lang="" altLang="en-US">
              <a:sym typeface="+mn-ea"/>
            </a:endParaRPr>
          </a:p>
          <a:p>
            <a:r>
              <a:rPr lang="" altLang="en-US">
                <a:sym typeface="+mn-ea"/>
              </a:rPr>
              <a:t>PS4のCPUでは処理負荷が高いのでGPUも使用して高速化</a:t>
            </a:r>
            <a:endParaRPr lang="en-US" altLang="en-US">
              <a:sym typeface="+mn-ea"/>
            </a:endParaRPr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en-US">
                <a:effectLst/>
              </a:rPr>
              <a:t>Rope Simulation in 'Uncharted 4' and 'The Last of Us 2'</a:t>
            </a:r>
            <a:endParaRPr lang="en-US">
              <a:effectLst/>
            </a:endParaRPr>
          </a:p>
        </p:txBody>
      </p:sp>
      <p:sp>
        <p:nvSpPr>
          <p:cNvPr id="4" name="Text Box 3"/>
          <p:cNvSpPr txBox="true"/>
          <p:nvPr/>
        </p:nvSpPr>
        <p:spPr>
          <a:xfrm>
            <a:off x="647700" y="1584325"/>
            <a:ext cx="108254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u="sng">
                <a:sym typeface="+mn-ea"/>
              </a:rPr>
              <a:t>張った</a:t>
            </a:r>
            <a:r>
              <a:rPr lang="en-US" altLang="en-US" u="sng">
                <a:sym typeface="+mn-ea"/>
              </a:rPr>
              <a:t>ロープ</a:t>
            </a:r>
            <a:r>
              <a:rPr lang="" altLang="en-US" u="sng">
                <a:sym typeface="+mn-ea"/>
              </a:rPr>
              <a:t>の</a:t>
            </a:r>
            <a:r>
              <a:rPr lang="en-US" altLang="en-US" u="sng">
                <a:sym typeface="+mn-ea"/>
              </a:rPr>
              <a:t>シミュレーション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・</a:t>
            </a:r>
            <a:r>
              <a:rPr lang="" altLang="en-US">
                <a:sym typeface="+mn-ea"/>
              </a:rPr>
              <a:t>張った</a:t>
            </a:r>
            <a:r>
              <a:rPr lang="en-US" altLang="en-US">
                <a:sym typeface="+mn-ea"/>
              </a:rPr>
              <a:t>ロープはメッシュ形状のエッジに沿って接触拘束を解決する．</a:t>
            </a:r>
            <a:endParaRPr lang="en-US" altLang="en-US"/>
          </a:p>
          <a:p>
            <a:r>
              <a:rPr lang="en-US" altLang="en-US">
                <a:sym typeface="+mn-ea"/>
              </a:rPr>
              <a:t>・メッシュ形状によっては↑の方法が使えない</a:t>
            </a:r>
            <a:r>
              <a:rPr lang="" altLang="en-US">
                <a:sym typeface="+mn-ea"/>
              </a:rPr>
              <a:t>場合があるので以下をソルバに追加</a:t>
            </a:r>
            <a:endParaRPr lang="en-US" altLang="en-US"/>
          </a:p>
          <a:p>
            <a:r>
              <a:rPr lang="en-US" altLang="en-US">
                <a:sym typeface="+mn-ea"/>
              </a:rPr>
              <a:t>→メッシュの展開図を作成し，展開図の上でロープを最短距離に結ぶことにより接触拘束を解決</a:t>
            </a:r>
            <a:endParaRPr lang="en-US" altLang="en-US"/>
          </a:p>
          <a:p>
            <a:r>
              <a:rPr lang="en-US" altLang="en-US">
                <a:sym typeface="+mn-ea"/>
              </a:rPr>
              <a:t>→各辺のペアごとに接触拘束の解決を試みて安定するケースを探す．</a:t>
            </a:r>
            <a:endParaRPr lang="en-US" altLang="en-US">
              <a:sym typeface="+mn-ea"/>
            </a:endParaRPr>
          </a:p>
          <a:p>
            <a:endParaRPr lang="en-US" altLang="en-US">
              <a:sym typeface="+mn-ea"/>
            </a:endParaRPr>
          </a:p>
          <a:p>
            <a:r>
              <a:rPr lang="" altLang="en-US" u="sng">
                <a:sym typeface="+mn-ea"/>
              </a:rPr>
              <a:t>終わりに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最後にロープシミュレーションについてどこで折り合いをつけるかの目安を示している</a:t>
            </a:r>
            <a:endParaRPr lang="en-US" altLang="en-US"/>
          </a:p>
          <a:p>
            <a:r>
              <a:rPr lang="en-US" altLang="en-US">
                <a:sym typeface="+mn-ea"/>
              </a:rPr>
              <a:t>・易しい：PBD (単純な摩擦と剛性のブレンド付き)</a:t>
            </a:r>
            <a:endParaRPr lang="en-US" altLang="en-US"/>
          </a:p>
          <a:p>
            <a:r>
              <a:rPr lang="en-US" altLang="en-US">
                <a:sym typeface="+mn-ea"/>
              </a:rPr>
              <a:t>・ちょっと難しい：よりリアルな摩擦，ロープテッセレーション，GPUでの計算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・難しい：自由端ロープ，タイトなロープシミュレーション</a:t>
            </a:r>
            <a:endParaRPr lang="en-US" altLang="en-US"/>
          </a:p>
          <a:p>
            <a:r>
              <a:rPr lang="en-US" altLang="en-US">
                <a:sym typeface="+mn-ea"/>
              </a:rPr>
              <a:t>・</a:t>
            </a:r>
            <a:r>
              <a:rPr lang="" altLang="en-US">
                <a:sym typeface="+mn-ea"/>
              </a:rPr>
              <a:t>更に難しい</a:t>
            </a:r>
            <a:r>
              <a:rPr lang="en-US" altLang="en-US">
                <a:sym typeface="+mn-ea"/>
              </a:rPr>
              <a:t>：</a:t>
            </a:r>
            <a:r>
              <a:rPr lang="en-US" altLang="en-US">
                <a:sym typeface="+mn-ea"/>
              </a:rPr>
              <a:t>複雑なメッシュ形状の接触拘束の解決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</Words>
  <Application>WPS Presentation</Application>
  <PresentationFormat>宽屏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SimSun</vt:lpstr>
      <vt:lpstr>Wingdings</vt:lpstr>
      <vt:lpstr>Liberation Sans</vt:lpstr>
      <vt:lpstr>ＭＳ Ｐゴシック</vt:lpstr>
      <vt:lpstr>Arial Unicode MS</vt:lpstr>
      <vt:lpstr>Arial Black</vt:lpstr>
      <vt:lpstr>微软雅黑</vt:lpstr>
      <vt:lpstr>SimSun</vt:lpstr>
      <vt:lpstr>URW Bookman</vt:lpstr>
      <vt:lpstr>ＭＳ Ｐゴシック</vt:lpstr>
      <vt:lpstr>Source Han Sans JP</vt:lpstr>
      <vt:lpstr>SimSun</vt:lpstr>
      <vt:lpstr>Standard Symbols PS</vt:lpstr>
      <vt:lpstr>Office Theme</vt:lpstr>
      <vt:lpstr>PowerPoint 演示文稿</vt:lpstr>
      <vt:lpstr>Rope Simulation in 'Uncharted 4' and 'The Last of Us 2'</vt:lpstr>
      <vt:lpstr>Rope Simulation in 'Uncharted 4' and 'The Last of Us 2'</vt:lpstr>
      <vt:lpstr>Rope Simulation in 'Uncharted 4' and 'The Last of Us 2'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elf</dc:creator>
  <cp:lastModifiedBy>elf</cp:lastModifiedBy>
  <cp:revision>7</cp:revision>
  <dcterms:created xsi:type="dcterms:W3CDTF">2021-07-30T00:19:46Z</dcterms:created>
  <dcterms:modified xsi:type="dcterms:W3CDTF">2021-07-30T00:19:46Z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